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63" r:id="rId7"/>
    <p:sldId id="264" r:id="rId8"/>
    <p:sldId id="259" r:id="rId9"/>
    <p:sldId id="26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8BACF7-9039-F037-A6FF-81690A92A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CCC530-6F38-1871-194C-61F71349B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D3F397-6A62-76C4-B6C5-BEE19F8A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04527F-4CB2-E5BA-76E7-152B5F27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CA8296-4EF1-0FAE-2159-8CA046C1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32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0CE00-9DE1-7926-BF67-410D9CE8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91C603-0189-5962-BD19-DE8AE6F1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AB924-0483-CC47-1286-A7F17BA6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6DE994-535F-0A56-0C79-DCFE2F3D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138391-B81C-5158-3895-27B80192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13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1ACA7-2E76-ADDE-A296-2309777A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1638C1-82F1-21F0-C5A9-848E9353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BAF0B3-B573-E520-6BC5-C73B85E6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F1F0B-BBAF-CB77-A8FB-A53D0336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BEFEAE-DB1B-7880-198F-272607CF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61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1D092-2541-9FC8-B4A4-9869B66D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1C71D6-D63D-6E84-3472-487C85721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4EDEC9-9341-8120-4DC0-F8ED6B595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453DB6-4E60-12B5-B988-6655681D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952F5-5701-6CEA-F922-0D03AB0C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0DB309-9C17-D8D4-D8F5-B0168039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90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910DCF-288C-BD22-5CD2-4ED13960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A85756-7C04-CC5E-A59F-092493811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C4B18D-145E-9EB7-F8F8-ACE782409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65CEA2-C12B-2211-95AB-B71BB03FE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3B324B3-D939-F41B-822E-6FF254F08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7BCD738-BA5E-5FAC-9EB5-A9FE20CB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0C2067B-FFE8-6CE5-E8FA-5B8315E0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662F05-681B-9E70-6ED7-C45CBE3E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64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D4DF7-2977-C787-A433-94B48870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683A78-5792-792D-F622-4FE0A29A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8EBFCD-8722-1EF1-10F9-DF89BD8A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6FD294-FC9E-EDC7-4CDB-E5977468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1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106024-FE0F-3A98-142D-3F6A11EDE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E66684-E059-5EFF-6F38-FC4947D2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E325D7-6EB5-3782-3924-CF8EC2A0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7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D28A8-5CEC-E9F3-3C4B-221BE973D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DEE72C-E70B-26BD-0E1A-23EA8CCD1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9849D0-1AC9-D628-91DC-3078BFEF7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E9662D-0263-F288-7B36-5F4B22B2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3892A9-183F-3F46-2F91-6DF95182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A6F5AF-DA26-7442-0582-5B8C349F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06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E1DE4-A04C-4BF9-E9B6-5A22902C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1DD0E3F-F896-4EAC-1E71-5E1DB2EF5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6BB78D-AE74-1E38-6866-BFD8A2207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080B41-605A-8F67-9F1C-36A57F82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8262DD-D0F1-3202-20EC-9129AF8C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C2BE73-519C-6372-77CB-BC620B514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2427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1419B-FF2C-5078-5102-D5F398E8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3C0ACF-F568-C51B-4532-D633D4B8E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9CBEA8-576E-6548-F3FC-C8303FD4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0ECA17-2A7E-FD60-C29F-B826EADC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58282B-5841-EBAA-380C-2B253EC9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65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80AAB42-AB0C-1A67-D853-446B03517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ED119D-4897-A1D4-F779-C3251A326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8D485E-8445-1515-5917-87BE29F6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63A7AB-E383-19D6-4912-DC2E4869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67FA65-091F-D3AD-705C-B42F8B65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556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2CF5CD-51B8-9422-8FEC-281C4314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F8E286-E9BC-65DA-FB46-650DD33D0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113EDA-ED09-E8D0-3B42-5B1B4134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FB37D-4E77-4EEF-AD2B-8CB210B43753}" type="datetimeFigureOut">
              <a:rPr lang="de-DE" smtClean="0"/>
              <a:t>24.02.2025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0CFED3-09C3-6320-F654-8CD299B8E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44C31B-6626-F63C-C986-39417E67C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7D57D-AFBE-4D2D-9341-4BD4A3CD64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412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D9695-C5BF-54B8-5286-C755B697D2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Rescan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ADD4DF-D802-A890-0BEC-F36655A621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Ein Überblick über den Workflow von der Bildaufnahme bis zur Produktverwaltung</a:t>
            </a:r>
            <a:br>
              <a:rPr lang="de-DE" dirty="0"/>
            </a:br>
            <a:br>
              <a:rPr lang="de-DE" dirty="0"/>
            </a:br>
            <a:r>
              <a:rPr lang="de-DE" sz="1600" i="1" dirty="0"/>
              <a:t>Jan Heitmeier, Mobile </a:t>
            </a:r>
            <a:r>
              <a:rPr lang="de-DE" sz="1600" i="1" dirty="0" err="1"/>
              <a:t>Application</a:t>
            </a:r>
            <a:r>
              <a:rPr lang="de-DE" sz="1600" i="1" dirty="0"/>
              <a:t> Development</a:t>
            </a:r>
            <a:endParaRPr lang="de-DE" i="1" dirty="0"/>
          </a:p>
        </p:txBody>
      </p:sp>
    </p:spTree>
    <p:extLst>
      <p:ext uri="{BB962C8B-B14F-4D97-AF65-F5344CB8AC3E}">
        <p14:creationId xmlns:p14="http://schemas.microsoft.com/office/powerpoint/2010/main" val="3040818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ADE25-BDD2-17B4-C7C4-DB031187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Projektübersicht &amp;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B9EA76-037D-8F9D-810D-276262DA5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Kameraaufnahme → Bildverarbeitung → Produktanzeige &amp; Bearbeitung → Speicherung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Integration von ML Kit zur offline Texterkennung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Einsatz von Jetpack </a:t>
            </a:r>
            <a:r>
              <a:rPr lang="de-DE" dirty="0" err="1"/>
              <a:t>Compose</a:t>
            </a:r>
            <a:r>
              <a:rPr lang="de-DE" dirty="0"/>
              <a:t> für eine moderne, deklarative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Simulation einer lokalen Datenbank (</a:t>
            </a:r>
            <a:r>
              <a:rPr lang="de-DE" dirty="0" err="1"/>
              <a:t>MockDb</a:t>
            </a:r>
            <a:r>
              <a:rPr lang="de-DE" dirty="0"/>
              <a:t>) zur Produktverwaltung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968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E5EE3-EEB1-50BA-3B1D-35810713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</a:p>
        </p:txBody>
      </p:sp>
      <p:pic>
        <p:nvPicPr>
          <p:cNvPr id="5" name="Inhaltsplatzhalter 4" descr="Ein Bild, das Diagramm, Entwurf, Rechteck, Reihe enthält.&#10;&#10;KI-generierte Inhalte können fehlerhaft sein.">
            <a:extLst>
              <a:ext uri="{FF2B5EF4-FFF2-40B4-BE49-F238E27FC236}">
                <a16:creationId xmlns:a16="http://schemas.microsoft.com/office/drawing/2014/main" id="{E9601EA0-0C05-6C8E-5204-33DD80261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396" y="1825625"/>
            <a:ext cx="7087208" cy="4351338"/>
          </a:xfrm>
        </p:spPr>
      </p:pic>
    </p:spTree>
    <p:extLst>
      <p:ext uri="{BB962C8B-B14F-4D97-AF65-F5344CB8AC3E}">
        <p14:creationId xmlns:p14="http://schemas.microsoft.com/office/powerpoint/2010/main" val="158916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8E11F7-4FB8-4AF8-6F53-F56EF614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 &amp; Komponenten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B74966-E36D-0F1B-D8BC-E0D90A627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pPr marL="285750" indent="-285750"/>
            <a:r>
              <a:rPr lang="de-DE" b="1" dirty="0" err="1"/>
              <a:t>ScanScreen</a:t>
            </a:r>
            <a:r>
              <a:rPr lang="de-DE" b="1" dirty="0"/>
              <a:t>:</a:t>
            </a:r>
            <a:r>
              <a:rPr lang="de-DE" dirty="0"/>
              <a:t> Startet die Kamera und initiiert die Bildaufnahme</a:t>
            </a:r>
          </a:p>
          <a:p>
            <a:pPr marL="285750" indent="-285750"/>
            <a:r>
              <a:rPr lang="de-DE" b="1" dirty="0" err="1"/>
              <a:t>ScanAdapter</a:t>
            </a:r>
            <a:r>
              <a:rPr lang="de-DE" b="1" dirty="0"/>
              <a:t>:</a:t>
            </a:r>
            <a:r>
              <a:rPr lang="de-DE" dirty="0"/>
              <a:t> Verarbeitet das Bild, erkennt Text und extrahiert Produkt</a:t>
            </a:r>
          </a:p>
          <a:p>
            <a:pPr marL="285750" indent="-285750"/>
            <a:r>
              <a:rPr lang="de-DE" b="1" dirty="0" err="1"/>
              <a:t>ItemSelectScreen</a:t>
            </a:r>
            <a:r>
              <a:rPr lang="de-DE" b="1" dirty="0"/>
              <a:t>: </a:t>
            </a:r>
            <a:r>
              <a:rPr lang="de-DE" dirty="0"/>
              <a:t>Zeigt die erkannten Produkte, ermöglicht Bearbeitung und Auswahl von Kategorien</a:t>
            </a:r>
          </a:p>
          <a:p>
            <a:pPr marL="285750" indent="-285750"/>
            <a:r>
              <a:rPr lang="de-DE" b="1" dirty="0" err="1"/>
              <a:t>ProductRow</a:t>
            </a:r>
            <a:r>
              <a:rPr lang="de-DE" b="1" dirty="0"/>
              <a:t>: </a:t>
            </a:r>
            <a:r>
              <a:rPr lang="de-DE" dirty="0"/>
              <a:t>Einzelne Zeile zur Bearbeitung eines Produkts mit </a:t>
            </a:r>
            <a:r>
              <a:rPr lang="de-DE" dirty="0" err="1"/>
              <a:t>Swipe</a:t>
            </a:r>
            <a:r>
              <a:rPr lang="de-DE" dirty="0"/>
              <a:t>-Gesten</a:t>
            </a:r>
          </a:p>
          <a:p>
            <a:pPr marL="285750" indent="-285750"/>
            <a:r>
              <a:rPr lang="de-DE" b="1" dirty="0" err="1"/>
              <a:t>MockDb</a:t>
            </a:r>
            <a:r>
              <a:rPr lang="de-DE" b="1" dirty="0"/>
              <a:t>: </a:t>
            </a:r>
            <a:r>
              <a:rPr lang="de-DE" dirty="0"/>
              <a:t>Simulierte Datenbank für CRUD-Operationen</a:t>
            </a:r>
          </a:p>
        </p:txBody>
      </p:sp>
    </p:spTree>
    <p:extLst>
      <p:ext uri="{BB962C8B-B14F-4D97-AF65-F5344CB8AC3E}">
        <p14:creationId xmlns:p14="http://schemas.microsoft.com/office/powerpoint/2010/main" val="200180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0D60-0A25-27E8-700B-C02C9237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FF9E1-693D-489F-1B75-FB6DB1F9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ItemSelectScreen</a:t>
            </a:r>
            <a:r>
              <a:rPr lang="de-DE" dirty="0"/>
              <a:t> – </a:t>
            </a:r>
            <a:r>
              <a:rPr lang="de-DE" dirty="0" err="1"/>
              <a:t>LazyColumn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27CD60-B66E-7C13-AA3E-D20DF18C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    Zweck: Dynamische Darstellung der erkannten Produkte aus dem Scan</a:t>
            </a:r>
          </a:p>
          <a:p>
            <a:r>
              <a:rPr lang="de-DE" sz="2400" dirty="0"/>
              <a:t>    Implementierung:</a:t>
            </a:r>
          </a:p>
          <a:p>
            <a:pPr lvl="1"/>
            <a:r>
              <a:rPr lang="de-DE" sz="1800" dirty="0"/>
              <a:t>    Verwendung von </a:t>
            </a:r>
            <a:r>
              <a:rPr lang="de-DE" sz="1800" dirty="0" err="1"/>
              <a:t>LazyColumn</a:t>
            </a:r>
            <a:r>
              <a:rPr lang="de-DE" sz="1800" dirty="0"/>
              <a:t> zur effizienten Darstellung einer Liste von Elementen</a:t>
            </a:r>
          </a:p>
          <a:p>
            <a:pPr lvl="1"/>
            <a:r>
              <a:rPr lang="de-DE" sz="1800" dirty="0"/>
              <a:t>        Jeder Eintrag basiert auf einem Product-Objekt, das über den </a:t>
            </a:r>
            <a:r>
              <a:rPr lang="de-DE" sz="1800" dirty="0" err="1"/>
              <a:t>items</a:t>
            </a:r>
            <a:r>
              <a:rPr lang="de-DE" sz="1800" dirty="0"/>
              <a:t>-Block iteriert wird</a:t>
            </a:r>
          </a:p>
          <a:p>
            <a:pPr lvl="1"/>
            <a:r>
              <a:rPr lang="de-DE" sz="1800" dirty="0"/>
              <a:t>        Schlüssel: Jeder Eintrag nutzt product.id als Key, um eine stabile und performante UI zu gewährleisten</a:t>
            </a:r>
          </a:p>
          <a:p>
            <a:pPr marL="457200" lvl="1" indent="0">
              <a:buNone/>
            </a:pPr>
            <a:endParaRPr lang="de-DE" sz="1800" dirty="0"/>
          </a:p>
          <a:p>
            <a:pPr marL="457200" lvl="1" indent="0">
              <a:buNone/>
            </a:pPr>
            <a:endParaRPr lang="de-DE" sz="1800" dirty="0"/>
          </a:p>
          <a:p>
            <a:r>
              <a:rPr lang="de-DE" sz="2400" dirty="0"/>
              <a:t>    Ergebnis:</a:t>
            </a:r>
          </a:p>
          <a:p>
            <a:pPr lvl="1"/>
            <a:r>
              <a:rPr lang="de-DE" sz="1800" dirty="0"/>
              <a:t>        Eine </a:t>
            </a:r>
            <a:r>
              <a:rPr lang="de-DE" sz="1800" dirty="0" err="1"/>
              <a:t>scrollbare</a:t>
            </a:r>
            <a:r>
              <a:rPr lang="de-DE" sz="1800" dirty="0"/>
              <a:t> Liste, in der jedes Produkt als eigene Zeile angezeigt wird</a:t>
            </a:r>
          </a:p>
        </p:txBody>
      </p:sp>
    </p:spTree>
    <p:extLst>
      <p:ext uri="{BB962C8B-B14F-4D97-AF65-F5344CB8AC3E}">
        <p14:creationId xmlns:p14="http://schemas.microsoft.com/office/powerpoint/2010/main" val="99472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6531-2A10-6C0F-97A4-3330C726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2C340-3F8A-3DD0-C513-88E5AB7F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ItemSelectScreen</a:t>
            </a:r>
            <a:r>
              <a:rPr lang="de-DE" dirty="0"/>
              <a:t> - </a:t>
            </a:r>
            <a:r>
              <a:rPr lang="de-DE" dirty="0" err="1"/>
              <a:t>SwipeToDismiss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35C999-1097-BB0E-29AB-F189A28A8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SwipeToDismiss</a:t>
            </a:r>
            <a:r>
              <a:rPr lang="de-DE" dirty="0"/>
              <a:t>: Umschließt den Inhalt jeder Produktzeile</a:t>
            </a:r>
          </a:p>
          <a:p>
            <a:r>
              <a:rPr lang="de-DE" dirty="0"/>
              <a:t>Richtungen:</a:t>
            </a:r>
          </a:p>
          <a:p>
            <a:pPr lvl="1"/>
            <a:r>
              <a:rPr lang="de-DE" dirty="0" err="1"/>
              <a:t>Swipe</a:t>
            </a:r>
            <a:r>
              <a:rPr lang="de-DE" dirty="0"/>
              <a:t> nach rechts (</a:t>
            </a:r>
            <a:r>
              <a:rPr lang="de-DE" dirty="0" err="1"/>
              <a:t>DismissedToEnd</a:t>
            </a:r>
            <a:r>
              <a:rPr lang="de-DE" dirty="0"/>
              <a:t>): Produkt wird gespeichert</a:t>
            </a:r>
          </a:p>
          <a:p>
            <a:pPr lvl="1"/>
            <a:r>
              <a:rPr lang="de-DE" dirty="0" err="1"/>
              <a:t>Swipe</a:t>
            </a:r>
            <a:r>
              <a:rPr lang="de-DE" dirty="0"/>
              <a:t> nach links (</a:t>
            </a:r>
            <a:r>
              <a:rPr lang="de-DE" dirty="0" err="1"/>
              <a:t>DismissedToStart</a:t>
            </a:r>
            <a:r>
              <a:rPr lang="de-DE" dirty="0"/>
              <a:t>): Produkt wird verworfen</a:t>
            </a:r>
          </a:p>
          <a:p>
            <a:pPr lvl="1"/>
            <a:endParaRPr lang="de-DE" dirty="0"/>
          </a:p>
          <a:p>
            <a:r>
              <a:rPr lang="de-DE" dirty="0" err="1"/>
              <a:t>Dismiss</a:t>
            </a:r>
            <a:r>
              <a:rPr lang="de-DE" dirty="0"/>
              <a:t>-State:</a:t>
            </a:r>
          </a:p>
          <a:p>
            <a:pPr lvl="1"/>
            <a:r>
              <a:rPr lang="de-DE" dirty="0"/>
              <a:t>Verwendung von </a:t>
            </a:r>
            <a:r>
              <a:rPr lang="de-DE" dirty="0" err="1"/>
              <a:t>rememberDismissState</a:t>
            </a:r>
            <a:r>
              <a:rPr lang="de-DE" dirty="0"/>
              <a:t> zur Verwaltung des </a:t>
            </a:r>
            <a:r>
              <a:rPr lang="de-DE" dirty="0" err="1"/>
              <a:t>Swipe</a:t>
            </a:r>
            <a:r>
              <a:rPr lang="de-DE" dirty="0"/>
              <a:t>-Zustands</a:t>
            </a:r>
          </a:p>
          <a:p>
            <a:pPr lvl="1"/>
            <a:r>
              <a:rPr lang="de-DE" dirty="0"/>
              <a:t>Logik im </a:t>
            </a:r>
            <a:r>
              <a:rPr lang="de-DE" dirty="0" err="1"/>
              <a:t>confirmStateChange</a:t>
            </a:r>
            <a:r>
              <a:rPr lang="de-DE" dirty="0"/>
              <a:t>: Prüft Bedingungen (z. B. ob „Handel“ nicht leer ist) und führt entsprechende Aktionen aus</a:t>
            </a:r>
          </a:p>
        </p:txBody>
      </p:sp>
    </p:spTree>
    <p:extLst>
      <p:ext uri="{BB962C8B-B14F-4D97-AF65-F5344CB8AC3E}">
        <p14:creationId xmlns:p14="http://schemas.microsoft.com/office/powerpoint/2010/main" val="111341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1F84-64F5-C33E-5731-607098FB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34AD6-11E6-4CB6-2A73-FA1BD955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ItemSelectScreen</a:t>
            </a:r>
            <a:r>
              <a:rPr lang="de-DE" dirty="0"/>
              <a:t> - Zusammenspiel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203A93-201F-153F-CDA4-9B33FBABB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Integration:</a:t>
            </a:r>
          </a:p>
          <a:p>
            <a:pPr lvl="1"/>
            <a:r>
              <a:rPr lang="de-DE" dirty="0"/>
              <a:t>Die </a:t>
            </a:r>
            <a:r>
              <a:rPr lang="de-DE" dirty="0" err="1"/>
              <a:t>LazyColumn</a:t>
            </a:r>
            <a:r>
              <a:rPr lang="de-DE" dirty="0"/>
              <a:t> listet alle Produkte, während jedes Listenelement in eine </a:t>
            </a:r>
            <a:r>
              <a:rPr lang="de-DE" dirty="0" err="1"/>
              <a:t>ProductRow</a:t>
            </a:r>
            <a:r>
              <a:rPr lang="de-DE" dirty="0"/>
              <a:t> eingebettet ist</a:t>
            </a:r>
          </a:p>
          <a:p>
            <a:pPr lvl="1"/>
            <a:r>
              <a:rPr lang="de-DE" dirty="0"/>
              <a:t>Jede </a:t>
            </a:r>
            <a:r>
              <a:rPr lang="de-DE" dirty="0" err="1"/>
              <a:t>ProductRow</a:t>
            </a:r>
            <a:r>
              <a:rPr lang="de-DE" dirty="0"/>
              <a:t> enthält das </a:t>
            </a:r>
            <a:r>
              <a:rPr lang="de-DE" dirty="0" err="1"/>
              <a:t>SwipeToDismiss</a:t>
            </a:r>
            <a:r>
              <a:rPr lang="de-DE" dirty="0"/>
              <a:t>-Element, das individuelle Interaktionen ermöglicht</a:t>
            </a:r>
          </a:p>
          <a:p>
            <a:endParaRPr lang="de-DE" dirty="0"/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Effizienz: </a:t>
            </a:r>
            <a:r>
              <a:rPr lang="de-DE" dirty="0" err="1"/>
              <a:t>LazyColumn</a:t>
            </a:r>
            <a:r>
              <a:rPr lang="de-DE" dirty="0"/>
              <a:t> sorgt für performantes Rendering, auch bei langen Listen</a:t>
            </a:r>
          </a:p>
          <a:p>
            <a:pPr lvl="1"/>
            <a:r>
              <a:rPr lang="de-DE" dirty="0"/>
              <a:t>Interaktivität: </a:t>
            </a:r>
            <a:r>
              <a:rPr lang="de-DE" dirty="0" err="1"/>
              <a:t>Swipe</a:t>
            </a:r>
            <a:r>
              <a:rPr lang="de-DE" dirty="0"/>
              <a:t>-Gesten ermöglichen schnelle Aktionen direkt in der Listenansicht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Workflow:</a:t>
            </a:r>
          </a:p>
          <a:p>
            <a:pPr lvl="1"/>
            <a:r>
              <a:rPr lang="de-DE" dirty="0"/>
              <a:t>Der Benutzer sieht alle Produkte in einer </a:t>
            </a:r>
            <a:r>
              <a:rPr lang="de-DE" dirty="0" err="1"/>
              <a:t>scrollbaren</a:t>
            </a:r>
            <a:r>
              <a:rPr lang="de-DE" dirty="0"/>
              <a:t> Liste</a:t>
            </a:r>
          </a:p>
          <a:p>
            <a:pPr lvl="1"/>
            <a:r>
              <a:rPr lang="de-DE" dirty="0"/>
              <a:t>Durch eine </a:t>
            </a:r>
            <a:r>
              <a:rPr lang="de-DE" dirty="0" err="1"/>
              <a:t>Swipe</a:t>
            </a:r>
            <a:r>
              <a:rPr lang="de-DE" dirty="0"/>
              <a:t>-Geste wird die jeweilige Zeile sofort entfernt und die entsprechende Aktion (Speichern oder Verwerfen) wird ausgeführt</a:t>
            </a:r>
          </a:p>
          <a:p>
            <a:pPr lvl="1"/>
            <a:r>
              <a:rPr lang="de-DE" dirty="0"/>
              <a:t>Das UI-Feedback (z. B. grüne bzw. rote Hintergründe) unterstützt die Interaktion visuell</a:t>
            </a:r>
          </a:p>
        </p:txBody>
      </p:sp>
    </p:spTree>
    <p:extLst>
      <p:ext uri="{BB962C8B-B14F-4D97-AF65-F5344CB8AC3E}">
        <p14:creationId xmlns:p14="http://schemas.microsoft.com/office/powerpoint/2010/main" val="407011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39D3-5217-B3E1-A6AF-8FB109FA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D544E-07F4-16DA-7102-A8FB9AAA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</a:t>
            </a:r>
          </a:p>
        </p:txBody>
      </p:sp>
      <p:pic>
        <p:nvPicPr>
          <p:cNvPr id="7" name="Grafik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69F979E5-7E75-892A-888D-63ED179D4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0" y="1690688"/>
            <a:ext cx="1873805" cy="4164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Grafik 8" descr="Ein Bild, das Screenshot, Tex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7A663633-0981-139B-5144-95A75825C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1690688"/>
            <a:ext cx="1873805" cy="4164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Grafik 10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85475383-DE90-DDD4-8E97-EF70F8CF4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00" y="1690688"/>
            <a:ext cx="1873805" cy="4164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Grafik 12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9B017117-79B9-F347-534B-29236B04E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574" y="1690689"/>
            <a:ext cx="1873805" cy="41640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B36D6588-3BF4-33C4-307C-7422C2A2F262}"/>
              </a:ext>
            </a:extLst>
          </p:cNvPr>
          <p:cNvSpPr/>
          <p:nvPr/>
        </p:nvSpPr>
        <p:spPr>
          <a:xfrm>
            <a:off x="3311526" y="3515122"/>
            <a:ext cx="561974" cy="515144"/>
          </a:xfrm>
          <a:prstGeom prst="rightArrow">
            <a:avLst>
              <a:gd name="adj1" fmla="val 30247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D9537C68-F832-E834-1B4F-3C0F9E461226}"/>
              </a:ext>
            </a:extLst>
          </p:cNvPr>
          <p:cNvSpPr/>
          <p:nvPr/>
        </p:nvSpPr>
        <p:spPr>
          <a:xfrm>
            <a:off x="5778500" y="3515122"/>
            <a:ext cx="561974" cy="515144"/>
          </a:xfrm>
          <a:prstGeom prst="rightArrow">
            <a:avLst>
              <a:gd name="adj1" fmla="val 30247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A1E771E7-7556-B84E-8F62-A0D752047B76}"/>
              </a:ext>
            </a:extLst>
          </p:cNvPr>
          <p:cNvSpPr/>
          <p:nvPr/>
        </p:nvSpPr>
        <p:spPr>
          <a:xfrm>
            <a:off x="8227536" y="3515122"/>
            <a:ext cx="561974" cy="515144"/>
          </a:xfrm>
          <a:prstGeom prst="rightArrow">
            <a:avLst>
              <a:gd name="adj1" fmla="val 30247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00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57C62-9629-3DD6-1B4D-51A6D952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5AC33D-3842-9952-8101-D7502289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37019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Breitbild</PresentationFormat>
  <Paragraphs>50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Rescan</vt:lpstr>
      <vt:lpstr>Projektübersicht &amp; Ziele</vt:lpstr>
      <vt:lpstr>Konzept</vt:lpstr>
      <vt:lpstr>Architektur &amp; Komponenten</vt:lpstr>
      <vt:lpstr>ItemSelectScreen – LazyColumn</vt:lpstr>
      <vt:lpstr>ItemSelectScreen - SwipeToDismiss</vt:lpstr>
      <vt:lpstr>ItemSelectScreen - Zusammenspiel</vt:lpstr>
      <vt:lpstr>Ablauf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Heitmeier, Jan</dc:creator>
  <cp:lastModifiedBy>Heitmeier, Jan</cp:lastModifiedBy>
  <cp:revision>7</cp:revision>
  <dcterms:created xsi:type="dcterms:W3CDTF">2025-02-24T08:39:12Z</dcterms:created>
  <dcterms:modified xsi:type="dcterms:W3CDTF">2025-02-24T09:21:58Z</dcterms:modified>
</cp:coreProperties>
</file>